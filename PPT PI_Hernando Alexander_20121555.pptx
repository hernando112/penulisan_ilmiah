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6" r:id="rId12"/>
    <p:sldId id="268" r:id="rId13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15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verlock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ECJ4OdTkWLUJQD1u83XseHf1V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ando Alexander" userId="7166c5f7a5289d4b" providerId="LiveId" clId="{ED2AC23A-6D10-4C66-9AFE-0FA4567F1FF6}"/>
    <pc:docChg chg="undo redo custSel addSld delSld modSld sldOrd">
      <pc:chgData name="Hernando Alexander" userId="7166c5f7a5289d4b" providerId="LiveId" clId="{ED2AC23A-6D10-4C66-9AFE-0FA4567F1FF6}" dt="2024-09-18T14:33:06.387" v="349" actId="47"/>
      <pc:docMkLst>
        <pc:docMk/>
      </pc:docMkLst>
      <pc:sldChg chg="modSp mod">
        <pc:chgData name="Hernando Alexander" userId="7166c5f7a5289d4b" providerId="LiveId" clId="{ED2AC23A-6D10-4C66-9AFE-0FA4567F1FF6}" dt="2024-09-18T14:23:28.185" v="273" actId="403"/>
        <pc:sldMkLst>
          <pc:docMk/>
          <pc:sldMk cId="0" sldId="256"/>
        </pc:sldMkLst>
        <pc:spChg chg="mod">
          <ac:chgData name="Hernando Alexander" userId="7166c5f7a5289d4b" providerId="LiveId" clId="{ED2AC23A-6D10-4C66-9AFE-0FA4567F1FF6}" dt="2024-09-18T14:23:28.185" v="273" actId="403"/>
          <ac:spMkLst>
            <pc:docMk/>
            <pc:sldMk cId="0" sldId="256"/>
            <ac:spMk id="49" creationId="{00000000-0000-0000-0000-000000000000}"/>
          </ac:spMkLst>
        </pc:spChg>
        <pc:spChg chg="mod">
          <ac:chgData name="Hernando Alexander" userId="7166c5f7a5289d4b" providerId="LiveId" clId="{ED2AC23A-6D10-4C66-9AFE-0FA4567F1FF6}" dt="2024-09-14T10:36:30.203" v="43" actId="403"/>
          <ac:spMkLst>
            <pc:docMk/>
            <pc:sldMk cId="0" sldId="256"/>
            <ac:spMk id="51" creationId="{00000000-0000-0000-0000-000000000000}"/>
          </ac:spMkLst>
        </pc:spChg>
      </pc:sldChg>
      <pc:sldChg chg="modSp mod">
        <pc:chgData name="Hernando Alexander" userId="7166c5f7a5289d4b" providerId="LiveId" clId="{ED2AC23A-6D10-4C66-9AFE-0FA4567F1FF6}" dt="2024-09-16T14:05:16.652" v="74" actId="20577"/>
        <pc:sldMkLst>
          <pc:docMk/>
          <pc:sldMk cId="0" sldId="257"/>
        </pc:sldMkLst>
        <pc:spChg chg="mod">
          <ac:chgData name="Hernando Alexander" userId="7166c5f7a5289d4b" providerId="LiveId" clId="{ED2AC23A-6D10-4C66-9AFE-0FA4567F1FF6}" dt="2024-09-16T14:05:16.652" v="74" actId="20577"/>
          <ac:spMkLst>
            <pc:docMk/>
            <pc:sldMk cId="0" sldId="257"/>
            <ac:spMk id="56" creationId="{00000000-0000-0000-0000-000000000000}"/>
          </ac:spMkLst>
        </pc:spChg>
      </pc:sldChg>
      <pc:sldChg chg="modSp mod">
        <pc:chgData name="Hernando Alexander" userId="7166c5f7a5289d4b" providerId="LiveId" clId="{ED2AC23A-6D10-4C66-9AFE-0FA4567F1FF6}" dt="2024-09-18T14:07:09.889" v="219" actId="20577"/>
        <pc:sldMkLst>
          <pc:docMk/>
          <pc:sldMk cId="0" sldId="258"/>
        </pc:sldMkLst>
        <pc:spChg chg="mod">
          <ac:chgData name="Hernando Alexander" userId="7166c5f7a5289d4b" providerId="LiveId" clId="{ED2AC23A-6D10-4C66-9AFE-0FA4567F1FF6}" dt="2024-09-18T14:07:09.889" v="219" actId="20577"/>
          <ac:spMkLst>
            <pc:docMk/>
            <pc:sldMk cId="0" sldId="258"/>
            <ac:spMk id="63" creationId="{00000000-0000-0000-0000-000000000000}"/>
          </ac:spMkLst>
        </pc:spChg>
      </pc:sldChg>
      <pc:sldChg chg="addSp delSp modSp mod">
        <pc:chgData name="Hernando Alexander" userId="7166c5f7a5289d4b" providerId="LiveId" clId="{ED2AC23A-6D10-4C66-9AFE-0FA4567F1FF6}" dt="2024-09-16T14:26:46.835" v="92" actId="1076"/>
        <pc:sldMkLst>
          <pc:docMk/>
          <pc:sldMk cId="0" sldId="259"/>
        </pc:sldMkLst>
        <pc:spChg chg="add del">
          <ac:chgData name="Hernando Alexander" userId="7166c5f7a5289d4b" providerId="LiveId" clId="{ED2AC23A-6D10-4C66-9AFE-0FA4567F1FF6}" dt="2024-09-16T14:25:52.747" v="83"/>
          <ac:spMkLst>
            <pc:docMk/>
            <pc:sldMk cId="0" sldId="259"/>
            <ac:spMk id="2" creationId="{0787800B-74A5-4584-8897-2A5831D8F735}"/>
          </ac:spMkLst>
        </pc:spChg>
        <pc:spChg chg="add del">
          <ac:chgData name="Hernando Alexander" userId="7166c5f7a5289d4b" providerId="LiveId" clId="{ED2AC23A-6D10-4C66-9AFE-0FA4567F1FF6}" dt="2024-09-16T14:25:52.747" v="83"/>
          <ac:spMkLst>
            <pc:docMk/>
            <pc:sldMk cId="0" sldId="259"/>
            <ac:spMk id="3" creationId="{3CEBBA9A-5C86-425E-B842-3993EDD075C6}"/>
          </ac:spMkLst>
        </pc:spChg>
        <pc:spChg chg="del mod">
          <ac:chgData name="Hernando Alexander" userId="7166c5f7a5289d4b" providerId="LiveId" clId="{ED2AC23A-6D10-4C66-9AFE-0FA4567F1FF6}" dt="2024-09-16T14:26:25.518" v="88" actId="478"/>
          <ac:spMkLst>
            <pc:docMk/>
            <pc:sldMk cId="0" sldId="259"/>
            <ac:spMk id="68" creationId="{00000000-0000-0000-0000-000000000000}"/>
          </ac:spMkLst>
        </pc:spChg>
        <pc:picChg chg="add mod">
          <ac:chgData name="Hernando Alexander" userId="7166c5f7a5289d4b" providerId="LiveId" clId="{ED2AC23A-6D10-4C66-9AFE-0FA4567F1FF6}" dt="2024-09-16T14:26:46.835" v="92" actId="1076"/>
          <ac:picMkLst>
            <pc:docMk/>
            <pc:sldMk cId="0" sldId="259"/>
            <ac:picMk id="7" creationId="{4C2F8B28-B2A7-4B1A-8C7F-E18F13F6F255}"/>
          </ac:picMkLst>
        </pc:picChg>
        <pc:picChg chg="add del">
          <ac:chgData name="Hernando Alexander" userId="7166c5f7a5289d4b" providerId="LiveId" clId="{ED2AC23A-6D10-4C66-9AFE-0FA4567F1FF6}" dt="2024-09-16T14:25:52.747" v="83"/>
          <ac:picMkLst>
            <pc:docMk/>
            <pc:sldMk cId="0" sldId="259"/>
            <ac:picMk id="1025" creationId="{A99FCA81-FE4E-4302-BC6E-68345F1D2B83}"/>
          </ac:picMkLst>
        </pc:picChg>
      </pc:sldChg>
      <pc:sldChg chg="addSp delSp modSp mod">
        <pc:chgData name="Hernando Alexander" userId="7166c5f7a5289d4b" providerId="LiveId" clId="{ED2AC23A-6D10-4C66-9AFE-0FA4567F1FF6}" dt="2024-09-16T14:28:34.105" v="103" actId="1076"/>
        <pc:sldMkLst>
          <pc:docMk/>
          <pc:sldMk cId="0" sldId="260"/>
        </pc:sldMkLst>
        <pc:spChg chg="del mod">
          <ac:chgData name="Hernando Alexander" userId="7166c5f7a5289d4b" providerId="LiveId" clId="{ED2AC23A-6D10-4C66-9AFE-0FA4567F1FF6}" dt="2024-09-16T14:28:17.411" v="97" actId="478"/>
          <ac:spMkLst>
            <pc:docMk/>
            <pc:sldMk cId="0" sldId="260"/>
            <ac:spMk id="75" creationId="{00000000-0000-0000-0000-000000000000}"/>
          </ac:spMkLst>
        </pc:spChg>
        <pc:picChg chg="add mod">
          <ac:chgData name="Hernando Alexander" userId="7166c5f7a5289d4b" providerId="LiveId" clId="{ED2AC23A-6D10-4C66-9AFE-0FA4567F1FF6}" dt="2024-09-16T14:28:34.105" v="103" actId="1076"/>
          <ac:picMkLst>
            <pc:docMk/>
            <pc:sldMk cId="0" sldId="260"/>
            <ac:picMk id="4" creationId="{F927CEB7-32A0-4936-B8FA-DBDF31C57D71}"/>
          </ac:picMkLst>
        </pc:picChg>
      </pc:sldChg>
      <pc:sldChg chg="addSp delSp modSp mod">
        <pc:chgData name="Hernando Alexander" userId="7166c5f7a5289d4b" providerId="LiveId" clId="{ED2AC23A-6D10-4C66-9AFE-0FA4567F1FF6}" dt="2024-09-16T14:32:10.953" v="114" actId="1076"/>
        <pc:sldMkLst>
          <pc:docMk/>
          <pc:sldMk cId="0" sldId="261"/>
        </pc:sldMkLst>
        <pc:spChg chg="del mod">
          <ac:chgData name="Hernando Alexander" userId="7166c5f7a5289d4b" providerId="LiveId" clId="{ED2AC23A-6D10-4C66-9AFE-0FA4567F1FF6}" dt="2024-09-16T14:31:50.548" v="108" actId="478"/>
          <ac:spMkLst>
            <pc:docMk/>
            <pc:sldMk cId="0" sldId="261"/>
            <ac:spMk id="81" creationId="{00000000-0000-0000-0000-000000000000}"/>
          </ac:spMkLst>
        </pc:spChg>
        <pc:picChg chg="add mod">
          <ac:chgData name="Hernando Alexander" userId="7166c5f7a5289d4b" providerId="LiveId" clId="{ED2AC23A-6D10-4C66-9AFE-0FA4567F1FF6}" dt="2024-09-16T14:32:10.953" v="114" actId="1076"/>
          <ac:picMkLst>
            <pc:docMk/>
            <pc:sldMk cId="0" sldId="261"/>
            <ac:picMk id="4" creationId="{F893AF49-FB88-48BD-A37C-019DBEC587FF}"/>
          </ac:picMkLst>
        </pc:picChg>
      </pc:sldChg>
      <pc:sldChg chg="addSp delSp modSp mod">
        <pc:chgData name="Hernando Alexander" userId="7166c5f7a5289d4b" providerId="LiveId" clId="{ED2AC23A-6D10-4C66-9AFE-0FA4567F1FF6}" dt="2024-09-16T14:43:11.510" v="139" actId="1076"/>
        <pc:sldMkLst>
          <pc:docMk/>
          <pc:sldMk cId="0" sldId="262"/>
        </pc:sldMkLst>
        <pc:spChg chg="del mod">
          <ac:chgData name="Hernando Alexander" userId="7166c5f7a5289d4b" providerId="LiveId" clId="{ED2AC23A-6D10-4C66-9AFE-0FA4567F1FF6}" dt="2024-09-16T14:40:41.032" v="126" actId="478"/>
          <ac:spMkLst>
            <pc:docMk/>
            <pc:sldMk cId="0" sldId="262"/>
            <ac:spMk id="87" creationId="{00000000-0000-0000-0000-000000000000}"/>
          </ac:spMkLst>
        </pc:spChg>
        <pc:grpChg chg="add del mod">
          <ac:chgData name="Hernando Alexander" userId="7166c5f7a5289d4b" providerId="LiveId" clId="{ED2AC23A-6D10-4C66-9AFE-0FA4567F1FF6}" dt="2024-09-16T14:40:32.248" v="123" actId="165"/>
          <ac:grpSpMkLst>
            <pc:docMk/>
            <pc:sldMk cId="0" sldId="262"/>
            <ac:grpSpMk id="4" creationId="{6D34E9B8-BA66-48CD-B857-ACF99E7A34CA}"/>
          </ac:grpSpMkLst>
        </pc:grpChg>
        <pc:picChg chg="add mod topLvl">
          <ac:chgData name="Hernando Alexander" userId="7166c5f7a5289d4b" providerId="LiveId" clId="{ED2AC23A-6D10-4C66-9AFE-0FA4567F1FF6}" dt="2024-09-16T14:43:09.978" v="138" actId="1076"/>
          <ac:picMkLst>
            <pc:docMk/>
            <pc:sldMk cId="0" sldId="262"/>
            <ac:picMk id="5" creationId="{503E4CED-F338-4DF2-AFE3-7F5B6D7FD0B6}"/>
          </ac:picMkLst>
        </pc:picChg>
        <pc:picChg chg="add mod topLvl">
          <ac:chgData name="Hernando Alexander" userId="7166c5f7a5289d4b" providerId="LiveId" clId="{ED2AC23A-6D10-4C66-9AFE-0FA4567F1FF6}" dt="2024-09-16T14:43:11.510" v="139" actId="1076"/>
          <ac:picMkLst>
            <pc:docMk/>
            <pc:sldMk cId="0" sldId="262"/>
            <ac:picMk id="6" creationId="{9E8A35A9-82EC-458A-B15F-FC1B78F300B5}"/>
          </ac:picMkLst>
        </pc:picChg>
        <pc:picChg chg="add del mod topLvl">
          <ac:chgData name="Hernando Alexander" userId="7166c5f7a5289d4b" providerId="LiveId" clId="{ED2AC23A-6D10-4C66-9AFE-0FA4567F1FF6}" dt="2024-09-16T14:41:05.973" v="132" actId="478"/>
          <ac:picMkLst>
            <pc:docMk/>
            <pc:sldMk cId="0" sldId="262"/>
            <ac:picMk id="7" creationId="{0D0C1895-0907-4AB8-B85E-3A83EFF5CAC7}"/>
          </ac:picMkLst>
        </pc:picChg>
        <pc:picChg chg="add del mod topLvl">
          <ac:chgData name="Hernando Alexander" userId="7166c5f7a5289d4b" providerId="LiveId" clId="{ED2AC23A-6D10-4C66-9AFE-0FA4567F1FF6}" dt="2024-09-16T14:41:07.832" v="133" actId="478"/>
          <ac:picMkLst>
            <pc:docMk/>
            <pc:sldMk cId="0" sldId="262"/>
            <ac:picMk id="8" creationId="{DAA202DA-87A1-45D4-861E-D93215CA84EE}"/>
          </ac:picMkLst>
        </pc:picChg>
      </pc:sldChg>
      <pc:sldChg chg="addSp delSp modSp mod">
        <pc:chgData name="Hernando Alexander" userId="7166c5f7a5289d4b" providerId="LiveId" clId="{ED2AC23A-6D10-4C66-9AFE-0FA4567F1FF6}" dt="2024-09-18T14:28:40.811" v="325" actId="14734"/>
        <pc:sldMkLst>
          <pc:docMk/>
          <pc:sldMk cId="0" sldId="263"/>
        </pc:sldMkLst>
        <pc:spChg chg="del mod">
          <ac:chgData name="Hernando Alexander" userId="7166c5f7a5289d4b" providerId="LiveId" clId="{ED2AC23A-6D10-4C66-9AFE-0FA4567F1FF6}" dt="2024-09-18T14:27:30.491" v="316" actId="478"/>
          <ac:spMkLst>
            <pc:docMk/>
            <pc:sldMk cId="0" sldId="263"/>
            <ac:spMk id="93" creationId="{00000000-0000-0000-0000-000000000000}"/>
          </ac:spMkLst>
        </pc:spChg>
        <pc:graphicFrameChg chg="add mod">
          <ac:chgData name="Hernando Alexander" userId="7166c5f7a5289d4b" providerId="LiveId" clId="{ED2AC23A-6D10-4C66-9AFE-0FA4567F1FF6}" dt="2024-09-18T14:27:53.864" v="319" actId="1076"/>
          <ac:graphicFrameMkLst>
            <pc:docMk/>
            <pc:sldMk cId="0" sldId="263"/>
            <ac:graphicFrameMk id="2" creationId="{177F93CE-EE8F-43DA-8931-402D634F6405}"/>
          </ac:graphicFrameMkLst>
        </pc:graphicFrameChg>
        <pc:graphicFrameChg chg="add mod modGraphic">
          <ac:chgData name="Hernando Alexander" userId="7166c5f7a5289d4b" providerId="LiveId" clId="{ED2AC23A-6D10-4C66-9AFE-0FA4567F1FF6}" dt="2024-09-18T14:28:40.811" v="325" actId="14734"/>
          <ac:graphicFrameMkLst>
            <pc:docMk/>
            <pc:sldMk cId="0" sldId="263"/>
            <ac:graphicFrameMk id="3" creationId="{DB5CB590-B0B3-4370-A94F-D6114BCD266C}"/>
          </ac:graphicFrameMkLst>
        </pc:graphicFrameChg>
      </pc:sldChg>
      <pc:sldChg chg="addSp delSp modSp mod">
        <pc:chgData name="Hernando Alexander" userId="7166c5f7a5289d4b" providerId="LiveId" clId="{ED2AC23A-6D10-4C66-9AFE-0FA4567F1FF6}" dt="2024-09-18T14:30:09.710" v="326" actId="20577"/>
        <pc:sldMkLst>
          <pc:docMk/>
          <pc:sldMk cId="0" sldId="264"/>
        </pc:sldMkLst>
        <pc:spChg chg="add del">
          <ac:chgData name="Hernando Alexander" userId="7166c5f7a5289d4b" providerId="LiveId" clId="{ED2AC23A-6D10-4C66-9AFE-0FA4567F1FF6}" dt="2024-09-18T14:08:48.306" v="227"/>
          <ac:spMkLst>
            <pc:docMk/>
            <pc:sldMk cId="0" sldId="264"/>
            <ac:spMk id="2" creationId="{BCB98BCA-56F8-4C74-8298-7A0D6C2B68C5}"/>
          </ac:spMkLst>
        </pc:spChg>
        <pc:spChg chg="add del">
          <ac:chgData name="Hernando Alexander" userId="7166c5f7a5289d4b" providerId="LiveId" clId="{ED2AC23A-6D10-4C66-9AFE-0FA4567F1FF6}" dt="2024-09-18T14:08:55.029" v="231"/>
          <ac:spMkLst>
            <pc:docMk/>
            <pc:sldMk cId="0" sldId="264"/>
            <ac:spMk id="3" creationId="{24DBECE1-261A-4A11-B7B8-126D7A31A53C}"/>
          </ac:spMkLst>
        </pc:spChg>
        <pc:spChg chg="add del mod">
          <ac:chgData name="Hernando Alexander" userId="7166c5f7a5289d4b" providerId="LiveId" clId="{ED2AC23A-6D10-4C66-9AFE-0FA4567F1FF6}" dt="2024-09-18T14:09:15.017" v="235"/>
          <ac:spMkLst>
            <pc:docMk/>
            <pc:sldMk cId="0" sldId="264"/>
            <ac:spMk id="4" creationId="{09090B48-008D-4BD5-9283-8421892A629F}"/>
          </ac:spMkLst>
        </pc:spChg>
        <pc:spChg chg="mod">
          <ac:chgData name="Hernando Alexander" userId="7166c5f7a5289d4b" providerId="LiveId" clId="{ED2AC23A-6D10-4C66-9AFE-0FA4567F1FF6}" dt="2024-09-18T14:30:09.710" v="326" actId="20577"/>
          <ac:spMkLst>
            <pc:docMk/>
            <pc:sldMk cId="0" sldId="264"/>
            <ac:spMk id="98" creationId="{00000000-0000-0000-0000-000000000000}"/>
          </ac:spMkLst>
        </pc:spChg>
      </pc:sldChg>
      <pc:sldChg chg="delSp modSp del mod">
        <pc:chgData name="Hernando Alexander" userId="7166c5f7a5289d4b" providerId="LiveId" clId="{ED2AC23A-6D10-4C66-9AFE-0FA4567F1FF6}" dt="2024-09-18T14:33:06.387" v="349" actId="47"/>
        <pc:sldMkLst>
          <pc:docMk/>
          <pc:sldMk cId="0" sldId="265"/>
        </pc:sldMkLst>
        <pc:spChg chg="mod">
          <ac:chgData name="Hernando Alexander" userId="7166c5f7a5289d4b" providerId="LiveId" clId="{ED2AC23A-6D10-4C66-9AFE-0FA4567F1FF6}" dt="2024-09-18T14:30:37.941" v="332" actId="1076"/>
          <ac:spMkLst>
            <pc:docMk/>
            <pc:sldMk cId="0" sldId="265"/>
            <ac:spMk id="105" creationId="{00000000-0000-0000-0000-000000000000}"/>
          </ac:spMkLst>
        </pc:spChg>
        <pc:picChg chg="del mod">
          <ac:chgData name="Hernando Alexander" userId="7166c5f7a5289d4b" providerId="LiveId" clId="{ED2AC23A-6D10-4C66-9AFE-0FA4567F1FF6}" dt="2024-09-18T14:31:46.874" v="340" actId="21"/>
          <ac:picMkLst>
            <pc:docMk/>
            <pc:sldMk cId="0" sldId="265"/>
            <ac:picMk id="106" creationId="{00000000-0000-0000-0000-000000000000}"/>
          </ac:picMkLst>
        </pc:picChg>
      </pc:sldChg>
      <pc:sldChg chg="modSp add mod">
        <pc:chgData name="Hernando Alexander" userId="7166c5f7a5289d4b" providerId="LiveId" clId="{ED2AC23A-6D10-4C66-9AFE-0FA4567F1FF6}" dt="2024-09-18T14:30:26.110" v="331" actId="20577"/>
        <pc:sldMkLst>
          <pc:docMk/>
          <pc:sldMk cId="3172905245" sldId="266"/>
        </pc:sldMkLst>
        <pc:spChg chg="mod">
          <ac:chgData name="Hernando Alexander" userId="7166c5f7a5289d4b" providerId="LiveId" clId="{ED2AC23A-6D10-4C66-9AFE-0FA4567F1FF6}" dt="2024-09-18T14:30:26.110" v="331" actId="20577"/>
          <ac:spMkLst>
            <pc:docMk/>
            <pc:sldMk cId="3172905245" sldId="266"/>
            <ac:spMk id="98" creationId="{00000000-0000-0000-0000-000000000000}"/>
          </ac:spMkLst>
        </pc:spChg>
      </pc:sldChg>
      <pc:sldChg chg="addSp delSp modSp add mod ord">
        <pc:chgData name="Hernando Alexander" userId="7166c5f7a5289d4b" providerId="LiveId" clId="{ED2AC23A-6D10-4C66-9AFE-0FA4567F1FF6}" dt="2024-09-18T14:27:22.102" v="313"/>
        <pc:sldMkLst>
          <pc:docMk/>
          <pc:sldMk cId="1863479157" sldId="267"/>
        </pc:sldMkLst>
        <pc:spChg chg="del mod">
          <ac:chgData name="Hernando Alexander" userId="7166c5f7a5289d4b" providerId="LiveId" clId="{ED2AC23A-6D10-4C66-9AFE-0FA4567F1FF6}" dt="2024-09-18T14:25:08.069" v="282" actId="478"/>
          <ac:spMkLst>
            <pc:docMk/>
            <pc:sldMk cId="1863479157" sldId="267"/>
            <ac:spMk id="93" creationId="{00000000-0000-0000-0000-000000000000}"/>
          </ac:spMkLst>
        </pc:spChg>
        <pc:graphicFrameChg chg="add mod modGraphic">
          <ac:chgData name="Hernando Alexander" userId="7166c5f7a5289d4b" providerId="LiveId" clId="{ED2AC23A-6D10-4C66-9AFE-0FA4567F1FF6}" dt="2024-09-18T14:27:12.926" v="311" actId="1076"/>
          <ac:graphicFrameMkLst>
            <pc:docMk/>
            <pc:sldMk cId="1863479157" sldId="267"/>
            <ac:graphicFrameMk id="2" creationId="{DAAB7C17-1285-424B-828F-DC007074A75E}"/>
          </ac:graphicFrameMkLst>
        </pc:graphicFrameChg>
      </pc:sldChg>
      <pc:sldChg chg="addSp delSp modSp add mod ord">
        <pc:chgData name="Hernando Alexander" userId="7166c5f7a5289d4b" providerId="LiveId" clId="{ED2AC23A-6D10-4C66-9AFE-0FA4567F1FF6}" dt="2024-09-18T14:32:51.907" v="348" actId="14100"/>
        <pc:sldMkLst>
          <pc:docMk/>
          <pc:sldMk cId="1946996504" sldId="268"/>
        </pc:sldMkLst>
        <pc:spChg chg="add del mod">
          <ac:chgData name="Hernando Alexander" userId="7166c5f7a5289d4b" providerId="LiveId" clId="{ED2AC23A-6D10-4C66-9AFE-0FA4567F1FF6}" dt="2024-09-18T14:31:34.630" v="338" actId="478"/>
          <ac:spMkLst>
            <pc:docMk/>
            <pc:sldMk cId="1946996504" sldId="268"/>
            <ac:spMk id="3" creationId="{3AC7BD69-EA2C-492C-8A09-5797B2FDF24D}"/>
          </ac:spMkLst>
        </pc:spChg>
        <pc:spChg chg="del">
          <ac:chgData name="Hernando Alexander" userId="7166c5f7a5289d4b" providerId="LiveId" clId="{ED2AC23A-6D10-4C66-9AFE-0FA4567F1FF6}" dt="2024-09-18T14:31:31.098" v="337" actId="478"/>
          <ac:spMkLst>
            <pc:docMk/>
            <pc:sldMk cId="1946996504" sldId="268"/>
            <ac:spMk id="49" creationId="{00000000-0000-0000-0000-000000000000}"/>
          </ac:spMkLst>
        </pc:spChg>
        <pc:spChg chg="del">
          <ac:chgData name="Hernando Alexander" userId="7166c5f7a5289d4b" providerId="LiveId" clId="{ED2AC23A-6D10-4C66-9AFE-0FA4567F1FF6}" dt="2024-09-18T14:31:40.087" v="339" actId="478"/>
          <ac:spMkLst>
            <pc:docMk/>
            <pc:sldMk cId="1946996504" sldId="268"/>
            <ac:spMk id="50" creationId="{00000000-0000-0000-0000-000000000000}"/>
          </ac:spMkLst>
        </pc:spChg>
        <pc:spChg chg="del">
          <ac:chgData name="Hernando Alexander" userId="7166c5f7a5289d4b" providerId="LiveId" clId="{ED2AC23A-6D10-4C66-9AFE-0FA4567F1FF6}" dt="2024-09-18T14:31:25.704" v="336" actId="478"/>
          <ac:spMkLst>
            <pc:docMk/>
            <pc:sldMk cId="1946996504" sldId="268"/>
            <ac:spMk id="51" creationId="{00000000-0000-0000-0000-000000000000}"/>
          </ac:spMkLst>
        </pc:spChg>
        <pc:picChg chg="add mod">
          <ac:chgData name="Hernando Alexander" userId="7166c5f7a5289d4b" providerId="LiveId" clId="{ED2AC23A-6D10-4C66-9AFE-0FA4567F1FF6}" dt="2024-09-18T14:32:51.907" v="348" actId="14100"/>
          <ac:picMkLst>
            <pc:docMk/>
            <pc:sldMk cId="1946996504" sldId="268"/>
            <ac:picMk id="7" creationId="{73FA962E-BDF7-42D5-AFC7-F1E56020B6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4688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2800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4529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/>
          <p:nvPr/>
        </p:nvSpPr>
        <p:spPr>
          <a:xfrm>
            <a:off x="0" y="2057400"/>
            <a:ext cx="4572000" cy="2514600"/>
          </a:xfrm>
          <a:prstGeom prst="rect">
            <a:avLst/>
          </a:prstGeom>
          <a:solidFill>
            <a:srgbClr val="D739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2" descr="INDONESIAN CULTURE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0" y="2057400"/>
            <a:ext cx="45720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2" descr="UG1A.png"/>
          <p:cNvPicPr preferRelativeResize="0"/>
          <p:nvPr/>
        </p:nvPicPr>
        <p:blipFill rotWithShape="1">
          <a:blip r:embed="rId3">
            <a:alphaModFix/>
          </a:blip>
          <a:srcRect l="17439" r="9309"/>
          <a:stretch/>
        </p:blipFill>
        <p:spPr>
          <a:xfrm>
            <a:off x="76200" y="152400"/>
            <a:ext cx="32004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2" descr="pi.png"/>
          <p:cNvPicPr preferRelativeResize="0"/>
          <p:nvPr/>
        </p:nvPicPr>
        <p:blipFill rotWithShape="1">
          <a:blip r:embed="rId4">
            <a:alphaModFix/>
          </a:blip>
          <a:srcRect r="45000"/>
          <a:stretch/>
        </p:blipFill>
        <p:spPr>
          <a:xfrm>
            <a:off x="6400800" y="5943600"/>
            <a:ext cx="2514600" cy="71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304800" y="2667000"/>
            <a:ext cx="41910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0" y="4724400"/>
            <a:ext cx="5257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3" descr="FOOTER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483225"/>
            <a:ext cx="9144000" cy="13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3" descr="HEADER1 cop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2238"/>
            <a:ext cx="9144000" cy="141763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4" descr="FOOTER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483225"/>
            <a:ext cx="9144000" cy="13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4" descr="HEADER1 cop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2238"/>
            <a:ext cx="9144000" cy="141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4" descr="Untitl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1981200"/>
            <a:ext cx="6888163" cy="31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4"/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10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5" descr="FOOTER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483225"/>
            <a:ext cx="9144000" cy="13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5" descr="HEADER1 cop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2238"/>
            <a:ext cx="9144000" cy="141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" y="1524000"/>
            <a:ext cx="64008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10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6" descr="FOOTER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483225"/>
            <a:ext cx="9144000" cy="13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6" descr="HEADER1 cop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2238"/>
            <a:ext cx="9144000" cy="14176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10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7" descr="FOOTER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483225"/>
            <a:ext cx="9144000" cy="13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7" descr="HEADER1 cop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2238"/>
            <a:ext cx="9144000" cy="141763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10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0" y="-101600"/>
            <a:ext cx="70866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>
            <a:spLocks noGrp="1"/>
          </p:cNvSpPr>
          <p:nvPr>
            <p:ph type="ctrTitle"/>
          </p:nvPr>
        </p:nvSpPr>
        <p:spPr>
          <a:xfrm>
            <a:off x="152400" y="2209800"/>
            <a:ext cx="41910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 dirty="0"/>
              <a:t>SISTEM KEAMANAN PINTU GERBANG DAN GARASI RUMAH MENGGUNAKAN RFID SENSOR RFID RC522, SENSOR ULTRASONIK HC-SR04 DAN APLIKASI BLYNK </a:t>
            </a:r>
            <a:endParaRPr lang="en-US" sz="6600" dirty="0"/>
          </a:p>
        </p:txBody>
      </p:sp>
      <p:sp>
        <p:nvSpPr>
          <p:cNvPr id="50" name="Google Shape;50;p1"/>
          <p:cNvSpPr txBox="1"/>
          <p:nvPr/>
        </p:nvSpPr>
        <p:spPr>
          <a:xfrm>
            <a:off x="533400" y="990600"/>
            <a:ext cx="807720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CC"/>
              </a:buClr>
              <a:buSzPts val="4000"/>
              <a:buFont typeface="Overlock"/>
              <a:buNone/>
            </a:pPr>
            <a:r>
              <a:rPr lang="en-US" sz="4000" b="1" i="0" u="none" strike="noStrike" cap="none">
                <a:solidFill>
                  <a:srgbClr val="9900CC"/>
                </a:solidFill>
                <a:latin typeface="Overlock"/>
                <a:ea typeface="Overlock"/>
                <a:cs typeface="Overlock"/>
                <a:sym typeface="Overlock"/>
              </a:rPr>
              <a:t>Sistem Komputer</a:t>
            </a:r>
            <a:endParaRPr sz="4000" b="1" i="0" u="none" strike="noStrike" cap="none">
              <a:solidFill>
                <a:srgbClr val="9900CC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381000" y="4724400"/>
            <a:ext cx="4572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Nama 	: Hernando Alexander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NPM	: 20121555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Kelas	: 3KB04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Pembimbing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ID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ID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Rusmala</a:t>
            </a:r>
            <a:r>
              <a:rPr lang="en-ID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Dewi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SKom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., MT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ID" sz="2800" dirty="0" err="1"/>
              <a:t>Dengan</a:t>
            </a:r>
            <a:r>
              <a:rPr lang="en-ID" sz="2800" dirty="0"/>
              <a:t> </a:t>
            </a:r>
            <a:r>
              <a:rPr lang="en-ID" sz="2800" dirty="0" err="1"/>
              <a:t>meningkatnya</a:t>
            </a:r>
            <a:r>
              <a:rPr lang="en-ID" sz="2800" dirty="0"/>
              <a:t> </a:t>
            </a:r>
            <a:r>
              <a:rPr lang="en-ID" sz="2800" dirty="0" err="1"/>
              <a:t>kasus</a:t>
            </a:r>
            <a:r>
              <a:rPr lang="en-ID" sz="2800" dirty="0"/>
              <a:t> </a:t>
            </a:r>
            <a:r>
              <a:rPr lang="en-ID" sz="2800" dirty="0" err="1"/>
              <a:t>pencurian</a:t>
            </a:r>
            <a:r>
              <a:rPr lang="en-ID" sz="2800" dirty="0"/>
              <a:t> </a:t>
            </a:r>
            <a:r>
              <a:rPr lang="en-ID" sz="2800" dirty="0" err="1"/>
              <a:t>kendaraan</a:t>
            </a:r>
            <a:r>
              <a:rPr lang="en-ID" sz="2800" dirty="0"/>
              <a:t>, </a:t>
            </a:r>
            <a:r>
              <a:rPr lang="en-ID" sz="2800" dirty="0" err="1"/>
              <a:t>keamanan</a:t>
            </a:r>
            <a:r>
              <a:rPr lang="en-ID" sz="2800" dirty="0"/>
              <a:t> </a:t>
            </a:r>
            <a:r>
              <a:rPr lang="en-ID" sz="2800" dirty="0" err="1"/>
              <a:t>rumah</a:t>
            </a:r>
            <a:r>
              <a:rPr lang="en-ID" sz="2800" dirty="0"/>
              <a:t> </a:t>
            </a:r>
            <a:r>
              <a:rPr lang="en-ID" sz="2800" dirty="0" err="1"/>
              <a:t>menjadi</a:t>
            </a:r>
            <a:r>
              <a:rPr lang="en-ID" sz="2800" dirty="0"/>
              <a:t> </a:t>
            </a:r>
            <a:r>
              <a:rPr lang="en-ID" sz="2800" dirty="0" err="1"/>
              <a:t>krusial</a:t>
            </a:r>
            <a:r>
              <a:rPr lang="en-ID" sz="2800" dirty="0"/>
              <a:t>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ID" sz="28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ID" sz="2800" dirty="0" err="1"/>
              <a:t>Sistem</a:t>
            </a:r>
            <a:r>
              <a:rPr lang="en-ID" sz="2800" dirty="0"/>
              <a:t> </a:t>
            </a:r>
            <a:r>
              <a:rPr lang="en-ID" sz="2800" dirty="0" err="1"/>
              <a:t>berbasis</a:t>
            </a:r>
            <a:r>
              <a:rPr lang="en-ID" sz="2800" dirty="0"/>
              <a:t> IoT </a:t>
            </a:r>
            <a:r>
              <a:rPr lang="en-ID" sz="2800" dirty="0" err="1"/>
              <a:t>menggunakan</a:t>
            </a:r>
            <a:r>
              <a:rPr lang="en-ID" sz="2800" dirty="0"/>
              <a:t> </a:t>
            </a:r>
            <a:r>
              <a:rPr lang="en-ID" sz="2800" dirty="0" err="1"/>
              <a:t>NodeMCU</a:t>
            </a:r>
            <a:r>
              <a:rPr lang="en-ID" sz="2800" dirty="0"/>
              <a:t> V3 ESP8266, </a:t>
            </a:r>
            <a:r>
              <a:rPr lang="en-ID" sz="2800" dirty="0" err="1"/>
              <a:t>modul</a:t>
            </a:r>
            <a:r>
              <a:rPr lang="en-ID" sz="2800" dirty="0"/>
              <a:t> RFID RC522, dan sensor </a:t>
            </a:r>
            <a:r>
              <a:rPr lang="en-ID" sz="2800" dirty="0" err="1"/>
              <a:t>ultrasonik</a:t>
            </a:r>
            <a:r>
              <a:rPr lang="en-ID" sz="2800" dirty="0"/>
              <a:t> HC-SR04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dirty="0" err="1"/>
              <a:t>menciptakan</a:t>
            </a:r>
            <a:r>
              <a:rPr lang="en-ID" sz="2800" dirty="0"/>
              <a:t> </a:t>
            </a:r>
            <a:r>
              <a:rPr lang="en-ID" sz="2800" dirty="0" err="1"/>
              <a:t>sistem</a:t>
            </a:r>
            <a:r>
              <a:rPr lang="en-ID" sz="2800" dirty="0"/>
              <a:t> </a:t>
            </a:r>
            <a:r>
              <a:rPr lang="en-ID" sz="2800" dirty="0" err="1"/>
              <a:t>keamanan</a:t>
            </a:r>
            <a:r>
              <a:rPr lang="en-ID" sz="2800" dirty="0"/>
              <a:t> </a:t>
            </a:r>
            <a:r>
              <a:rPr lang="en-ID" sz="2800" dirty="0" err="1"/>
              <a:t>garasi</a:t>
            </a:r>
            <a:r>
              <a:rPr lang="en-ID" sz="2800" dirty="0"/>
              <a:t> yang </a:t>
            </a:r>
            <a:r>
              <a:rPr lang="en-ID" sz="2800" dirty="0" err="1"/>
              <a:t>lebih</a:t>
            </a:r>
            <a:r>
              <a:rPr lang="en-ID" sz="2800" dirty="0"/>
              <a:t> </a:t>
            </a:r>
            <a:r>
              <a:rPr lang="en-ID" sz="2800" dirty="0" err="1"/>
              <a:t>aman</a:t>
            </a:r>
            <a:r>
              <a:rPr lang="en-ID" sz="2800" dirty="0"/>
              <a:t> dan </a:t>
            </a:r>
            <a:r>
              <a:rPr lang="en-ID" sz="2800" dirty="0" err="1"/>
              <a:t>efisien</a:t>
            </a:r>
            <a:r>
              <a:rPr lang="en-ID" sz="2800" dirty="0"/>
              <a:t>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ID" sz="28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ID" sz="2800" dirty="0" err="1"/>
              <a:t>Sistem</a:t>
            </a:r>
            <a:r>
              <a:rPr lang="en-ID" sz="2800" dirty="0"/>
              <a:t> </a:t>
            </a:r>
            <a:r>
              <a:rPr lang="en-ID" sz="2800" dirty="0" err="1"/>
              <a:t>ini</a:t>
            </a:r>
            <a:r>
              <a:rPr lang="en-ID" sz="2800" dirty="0"/>
              <a:t> </a:t>
            </a:r>
            <a:r>
              <a:rPr lang="en-ID" sz="2800" dirty="0" err="1"/>
              <a:t>memungkinkan</a:t>
            </a:r>
            <a:r>
              <a:rPr lang="en-ID" sz="2800" dirty="0"/>
              <a:t> </a:t>
            </a:r>
            <a:r>
              <a:rPr lang="en-ID" sz="2800" dirty="0" err="1"/>
              <a:t>kontrol</a:t>
            </a:r>
            <a:r>
              <a:rPr lang="en-ID" sz="2800" dirty="0"/>
              <a:t> </a:t>
            </a:r>
            <a:r>
              <a:rPr lang="en-ID" sz="2800" dirty="0" err="1"/>
              <a:t>akses</a:t>
            </a:r>
            <a:r>
              <a:rPr lang="en-ID" sz="2800" dirty="0"/>
              <a:t> dan </a:t>
            </a:r>
            <a:r>
              <a:rPr lang="en-ID" sz="2800" dirty="0" err="1"/>
              <a:t>deteksi</a:t>
            </a:r>
            <a:r>
              <a:rPr lang="en-ID" sz="2800" dirty="0"/>
              <a:t> real-time, </a:t>
            </a:r>
            <a:r>
              <a:rPr lang="en-ID" sz="2800" dirty="0" err="1"/>
              <a:t>memberikan</a:t>
            </a:r>
            <a:r>
              <a:rPr lang="en-ID" sz="2800" dirty="0"/>
              <a:t> </a:t>
            </a:r>
            <a:r>
              <a:rPr lang="en-ID" sz="2800" dirty="0" err="1"/>
              <a:t>perlindungan</a:t>
            </a:r>
            <a:r>
              <a:rPr lang="en-ID" sz="2800" dirty="0"/>
              <a:t> optimal </a:t>
            </a:r>
            <a:r>
              <a:rPr lang="en-ID" sz="2800" dirty="0" err="1"/>
              <a:t>terhadap</a:t>
            </a:r>
            <a:r>
              <a:rPr lang="en-ID" sz="2800" dirty="0"/>
              <a:t> </a:t>
            </a:r>
            <a:r>
              <a:rPr lang="en-ID" sz="2800" dirty="0" err="1"/>
              <a:t>pencurian</a:t>
            </a:r>
            <a:r>
              <a:rPr lang="en-ID" sz="2800" dirty="0"/>
              <a:t> dan </a:t>
            </a:r>
            <a:r>
              <a:rPr lang="en-ID" sz="2800" dirty="0" err="1"/>
              <a:t>intrusi</a:t>
            </a:r>
            <a:r>
              <a:rPr lang="en-ID" sz="2800" dirty="0"/>
              <a:t>.</a:t>
            </a:r>
            <a:endParaRPr lang="en-US" sz="4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0" y="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Latar Belakang Masalah</a:t>
            </a:r>
            <a:endParaRPr sz="28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/>
        </p:nvSpPr>
        <p:spPr>
          <a:xfrm>
            <a:off x="0" y="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Tujuan</a:t>
            </a:r>
            <a:endParaRPr sz="28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228600" y="9144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lnSpc>
                <a:spcPct val="150000"/>
              </a:lnSpc>
              <a:tabLst>
                <a:tab pos="152400" algn="l"/>
              </a:tabLst>
            </a:pP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Tujuan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dari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enulisan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lmiah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ini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ada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beberapa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yaitu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152400" algn="l"/>
              </a:tabLst>
            </a:pP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Untuk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mempermudah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kendaraan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ketika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keluar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ataupun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masuk</a:t>
            </a:r>
            <a:endParaRPr lang="en-ID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152400" algn="l"/>
              </a:tabLst>
            </a:pP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Meningkatkan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keamanan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kendaraan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dari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tindak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kejahatan</a:t>
            </a:r>
            <a:endParaRPr lang="en-ID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/>
          <p:nvPr/>
        </p:nvSpPr>
        <p:spPr>
          <a:xfrm>
            <a:off x="0" y="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Blok Diagram</a:t>
            </a:r>
            <a:endParaRPr sz="28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2F8B28-B2A7-4B1A-8C7F-E18F13F6F2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551" y="1494692"/>
            <a:ext cx="6836898" cy="38686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/>
        </p:nvSpPr>
        <p:spPr>
          <a:xfrm>
            <a:off x="0" y="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Flowchart</a:t>
            </a:r>
            <a:endParaRPr sz="28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27CEB7-32A0-4936-B8FA-DBDF31C57D7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03850"/>
            <a:ext cx="6705600" cy="5050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/>
        </p:nvSpPr>
        <p:spPr>
          <a:xfrm>
            <a:off x="0" y="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Gambar Rangkaian</a:t>
            </a:r>
            <a:endParaRPr sz="28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3AF49-FB88-48BD-A37C-019DBEC587F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83" y="1009357"/>
            <a:ext cx="7779434" cy="48392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/>
        </p:nvSpPr>
        <p:spPr>
          <a:xfrm>
            <a:off x="0" y="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Gambar Alat</a:t>
            </a:r>
            <a:endParaRPr sz="28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E4CED-F338-4DF2-AFE3-7F5B6D7FD0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59" y="1392265"/>
            <a:ext cx="3028310" cy="37565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8A35A9-82EC-458A-B15F-FC1B78F300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69" y="1392265"/>
            <a:ext cx="2832272" cy="37565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 txBox="1"/>
          <p:nvPr/>
        </p:nvSpPr>
        <p:spPr>
          <a:xfrm>
            <a:off x="0" y="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Hasil Uji Coba</a:t>
            </a:r>
            <a:endParaRPr sz="28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AB7C17-1285-424B-828F-DC007074A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07293"/>
              </p:ext>
            </p:extLst>
          </p:nvPr>
        </p:nvGraphicFramePr>
        <p:xfrm>
          <a:off x="1570604" y="889300"/>
          <a:ext cx="5421037" cy="5079400"/>
        </p:xfrm>
        <a:graphic>
          <a:graphicData uri="http://schemas.openxmlformats.org/drawingml/2006/table">
            <a:tbl>
              <a:tblPr firstRow="1" firstCol="1" lastRow="1" bandRow="1"/>
              <a:tblGrid>
                <a:gridCol w="1384480">
                  <a:extLst>
                    <a:ext uri="{9D8B030D-6E8A-4147-A177-3AD203B41FA5}">
                      <a16:colId xmlns:a16="http://schemas.microsoft.com/office/drawing/2014/main" val="790730103"/>
                    </a:ext>
                  </a:extLst>
                </a:gridCol>
                <a:gridCol w="912836">
                  <a:extLst>
                    <a:ext uri="{9D8B030D-6E8A-4147-A177-3AD203B41FA5}">
                      <a16:colId xmlns:a16="http://schemas.microsoft.com/office/drawing/2014/main" val="193153808"/>
                    </a:ext>
                  </a:extLst>
                </a:gridCol>
                <a:gridCol w="957282">
                  <a:extLst>
                    <a:ext uri="{9D8B030D-6E8A-4147-A177-3AD203B41FA5}">
                      <a16:colId xmlns:a16="http://schemas.microsoft.com/office/drawing/2014/main" val="8583602"/>
                    </a:ext>
                  </a:extLst>
                </a:gridCol>
                <a:gridCol w="957282">
                  <a:extLst>
                    <a:ext uri="{9D8B030D-6E8A-4147-A177-3AD203B41FA5}">
                      <a16:colId xmlns:a16="http://schemas.microsoft.com/office/drawing/2014/main" val="2133680418"/>
                    </a:ext>
                  </a:extLst>
                </a:gridCol>
                <a:gridCol w="1209157">
                  <a:extLst>
                    <a:ext uri="{9D8B030D-6E8A-4147-A177-3AD203B41FA5}">
                      <a16:colId xmlns:a16="http://schemas.microsoft.com/office/drawing/2014/main" val="2826112749"/>
                    </a:ext>
                  </a:extLst>
                </a:gridCol>
              </a:tblGrid>
              <a:tr h="4749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RFID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Lampu Indikator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Motor Servo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Motor DC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Ultrasonik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extLst>
                  <a:ext uri="{0D108BD9-81ED-4DB2-BD59-A6C34878D82A}">
                    <a16:rowId xmlns:a16="http://schemas.microsoft.com/office/drawing/2014/main" val="348074201"/>
                  </a:ext>
                </a:extLst>
              </a:tr>
              <a:tr h="177935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RFID mendeteksi UID kartu yang sesuai/terdaftar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Lampu berubah dari merah ke hijau sesuai perintah program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Bergerak untuk membuka pintu garasi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Bergerak untuk membuka gerbang rumah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Mendeteksi jarak kendaraan sesuai dengan perintah program dan memberi perintah untuk menutup kembali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extLst>
                  <a:ext uri="{0D108BD9-81ED-4DB2-BD59-A6C34878D82A}">
                    <a16:rowId xmlns:a16="http://schemas.microsoft.com/office/drawing/2014/main" val="3527970040"/>
                  </a:ext>
                </a:extLst>
              </a:tr>
              <a:tr h="125074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RFID mendeteksi UID kartu yang tidak sesuai/terdaftar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Lampu tidah berubah (tetap berwarna merah)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Tidak bergerak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Tidak bergerak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Ultrasonik tetap mendeteksi, tetapi hasil dari pendeteksian tidak dipakai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extLst>
                  <a:ext uri="{0D108BD9-81ED-4DB2-BD59-A6C34878D82A}">
                    <a16:rowId xmlns:a16="http://schemas.microsoft.com/office/drawing/2014/main" val="2206395125"/>
                  </a:ext>
                </a:extLst>
              </a:tr>
              <a:tr h="157430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 dirty="0" err="1">
                          <a:effectLst/>
                        </a:rPr>
                        <a:t>Bila</a:t>
                      </a:r>
                      <a:r>
                        <a:rPr lang="en-US" sz="1100" dirty="0">
                          <a:effectLst/>
                        </a:rPr>
                        <a:t> program </a:t>
                      </a:r>
                      <a:r>
                        <a:rPr lang="en-US" sz="1100" dirty="0" err="1">
                          <a:effectLst/>
                        </a:rPr>
                        <a:t>sudah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berjalan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melalui</a:t>
                      </a:r>
                      <a:r>
                        <a:rPr lang="en-US" sz="1100" dirty="0">
                          <a:effectLst/>
                        </a:rPr>
                        <a:t> Blynk </a:t>
                      </a:r>
                      <a:r>
                        <a:rPr lang="en-US" sz="1100" dirty="0" err="1">
                          <a:effectLst/>
                        </a:rPr>
                        <a:t>atau</a:t>
                      </a:r>
                      <a:r>
                        <a:rPr lang="en-US" sz="1100" dirty="0">
                          <a:effectLst/>
                        </a:rPr>
                        <a:t> RFID dan </a:t>
                      </a:r>
                      <a:r>
                        <a:rPr lang="en-US" sz="1100" dirty="0" err="1">
                          <a:effectLst/>
                        </a:rPr>
                        <a:t>terjadi</a:t>
                      </a:r>
                      <a:r>
                        <a:rPr lang="en-US" sz="1100" dirty="0">
                          <a:effectLst/>
                        </a:rPr>
                        <a:t> input </a:t>
                      </a:r>
                      <a:r>
                        <a:rPr lang="en-US" sz="1100" dirty="0" err="1">
                          <a:effectLst/>
                        </a:rPr>
                        <a:t>lagi</a:t>
                      </a:r>
                      <a:r>
                        <a:rPr lang="en-US" sz="1100" dirty="0">
                          <a:effectLst/>
                        </a:rPr>
                        <a:t>, </a:t>
                      </a:r>
                      <a:r>
                        <a:rPr lang="en-US" sz="1100" dirty="0" err="1">
                          <a:effectLst/>
                        </a:rPr>
                        <a:t>maka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tidak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akan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mengulang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dari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awal</a:t>
                      </a:r>
                      <a:endParaRPr lang="en-ID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 dirty="0" err="1">
                          <a:effectLst/>
                        </a:rPr>
                        <a:t>Tetap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sesuai</a:t>
                      </a:r>
                      <a:r>
                        <a:rPr lang="en-US" sz="1100" dirty="0">
                          <a:effectLst/>
                        </a:rPr>
                        <a:t> program</a:t>
                      </a:r>
                      <a:endParaRPr lang="en-ID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Tetap sesuai program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Tetap sesuai program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 dirty="0" err="1">
                          <a:effectLst/>
                        </a:rPr>
                        <a:t>Ultrasonik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tetap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mendeteksi</a:t>
                      </a:r>
                      <a:r>
                        <a:rPr lang="en-US" sz="1100" dirty="0">
                          <a:effectLst/>
                        </a:rPr>
                        <a:t>, </a:t>
                      </a:r>
                      <a:r>
                        <a:rPr lang="en-US" sz="1100" dirty="0" err="1">
                          <a:effectLst/>
                        </a:rPr>
                        <a:t>sesuai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dengan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kerjanya</a:t>
                      </a:r>
                      <a:endParaRPr lang="en-ID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73" marR="37073" marT="0" marB="0"/>
                </a:tc>
                <a:extLst>
                  <a:ext uri="{0D108BD9-81ED-4DB2-BD59-A6C34878D82A}">
                    <a16:rowId xmlns:a16="http://schemas.microsoft.com/office/drawing/2014/main" val="3371343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479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 txBox="1"/>
          <p:nvPr/>
        </p:nvSpPr>
        <p:spPr>
          <a:xfrm>
            <a:off x="0" y="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Hasil Uji Coba</a:t>
            </a:r>
            <a:endParaRPr sz="28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7F93CE-EE8F-43DA-8931-402D634F6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623258"/>
              </p:ext>
            </p:extLst>
          </p:nvPr>
        </p:nvGraphicFramePr>
        <p:xfrm>
          <a:off x="324534" y="951272"/>
          <a:ext cx="5034280" cy="1820991"/>
        </p:xfrm>
        <a:graphic>
          <a:graphicData uri="http://schemas.openxmlformats.org/drawingml/2006/table">
            <a:tbl>
              <a:tblPr firstRow="1" firstCol="1" bandRow="1"/>
              <a:tblGrid>
                <a:gridCol w="2517140">
                  <a:extLst>
                    <a:ext uri="{9D8B030D-6E8A-4147-A177-3AD203B41FA5}">
                      <a16:colId xmlns:a16="http://schemas.microsoft.com/office/drawing/2014/main" val="1236822218"/>
                    </a:ext>
                  </a:extLst>
                </a:gridCol>
                <a:gridCol w="2517140">
                  <a:extLst>
                    <a:ext uri="{9D8B030D-6E8A-4147-A177-3AD203B41FA5}">
                      <a16:colId xmlns:a16="http://schemas.microsoft.com/office/drawing/2014/main" val="2687466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ultrasonik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Motor DC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8637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Membaca jarak kendaraan &lt; 2 cm (ketika kendaraan ada didalam garasi)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Motor DC bergerak untuk menutup gerbang rumah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495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Membaca jarak kendaraan &gt; 17 cm (ketika kendaraan keluar dari garasi/rumah)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>
                          <a:effectLst/>
                        </a:rPr>
                        <a:t>Motor DC </a:t>
                      </a:r>
                      <a:r>
                        <a:rPr lang="en-US" sz="1200" dirty="0" err="1">
                          <a:effectLst/>
                        </a:rPr>
                        <a:t>bergerak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untuk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menutup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gerbang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rumah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72111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5CB590-B0B3-4370-A94F-D6114BCD2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034884"/>
              </p:ext>
            </p:extLst>
          </p:nvPr>
        </p:nvGraphicFramePr>
        <p:xfrm>
          <a:off x="3658577" y="3158701"/>
          <a:ext cx="5034280" cy="1854074"/>
        </p:xfrm>
        <a:graphic>
          <a:graphicData uri="http://schemas.openxmlformats.org/drawingml/2006/table">
            <a:tbl>
              <a:tblPr firstRow="1" firstCol="1" bandRow="1"/>
              <a:tblGrid>
                <a:gridCol w="1361440">
                  <a:extLst>
                    <a:ext uri="{9D8B030D-6E8A-4147-A177-3AD203B41FA5}">
                      <a16:colId xmlns:a16="http://schemas.microsoft.com/office/drawing/2014/main" val="397481847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143749605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3079502095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308819319"/>
                    </a:ext>
                  </a:extLst>
                </a:gridCol>
              </a:tblGrid>
              <a:tr h="255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Blynk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Lampu indikator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Motor servo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Motor DC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2923707"/>
                  </a:ext>
                </a:extLst>
              </a:tr>
              <a:tr h="286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Memberi inputan (masukan) dengan tombol tipe push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err="1">
                          <a:effectLst/>
                        </a:rPr>
                        <a:t>Lampu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indikator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berubah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dari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merah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menjadi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hijau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>
                          <a:effectLst/>
                        </a:rPr>
                        <a:t>Motor servo </a:t>
                      </a:r>
                      <a:r>
                        <a:rPr lang="en-US" sz="1200" dirty="0" err="1">
                          <a:effectLst/>
                        </a:rPr>
                        <a:t>bergerak</a:t>
                      </a:r>
                      <a:r>
                        <a:rPr lang="en-US" sz="1200" dirty="0">
                          <a:effectLst/>
                        </a:rPr>
                        <a:t> 90° </a:t>
                      </a:r>
                      <a:r>
                        <a:rPr lang="en-US" sz="1200" dirty="0" err="1">
                          <a:effectLst/>
                        </a:rPr>
                        <a:t>untuk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membuka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pintu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garasi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>
                          <a:effectLst/>
                        </a:rPr>
                        <a:t>Motor DC </a:t>
                      </a:r>
                      <a:r>
                        <a:rPr lang="en-US" sz="1200" dirty="0" err="1">
                          <a:effectLst/>
                        </a:rPr>
                        <a:t>bergerak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untuk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membuka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gerbang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rumah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51015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Simpulan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:</a:t>
            </a:r>
            <a:endParaRPr dirty="0"/>
          </a:p>
          <a:p>
            <a:pPr marL="0" lvl="0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Penelitian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bertujuan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menemukan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solusi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meningkatkan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keamanan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efisiensi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akses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keluar-masuk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kendaraan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rumah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Penelitian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teknologi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NodeMCU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V3 ESP8266, yang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terintegrasi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sensor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ultrasonik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HC-SR04 dan RFID RC522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berbasis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IoT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menjawab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pertanyaan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sebelumnya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tentang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keamanan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akses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0" y="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Simpulan dan Saran</a:t>
            </a:r>
            <a:endParaRPr sz="28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Saran :</a:t>
            </a:r>
            <a:endParaRPr lang="en-ID"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Sebaiknya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dilakukan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evaluasi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pengujian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secara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kalibrasi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berkala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terhadap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kinerja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sistem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untuk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memastikan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semua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komponen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bekerja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sesuai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dengan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yang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diharapkan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.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Ini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penting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untuk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mengidentifikasi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dan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memperbaiki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potensi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kelemahan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dalam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sistem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maupun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komponen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yang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mungkin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timbul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seiring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waktu</a:t>
            </a:r>
            <a:r>
              <a:rPr lang="en-US" sz="24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.</a:t>
            </a:r>
            <a:endParaRPr lang="en-ID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0" y="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 dirty="0" err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Simpulan</a:t>
            </a:r>
            <a:r>
              <a:rPr lang="en-US" sz="28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dan Saran</a:t>
            </a:r>
            <a:endParaRPr sz="28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172905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6;p10">
            <a:extLst>
              <a:ext uri="{FF2B5EF4-FFF2-40B4-BE49-F238E27FC236}">
                <a16:creationId xmlns:a16="http://schemas.microsoft.com/office/drawing/2014/main" id="{73FA962E-BDF7-42D5-AFC7-F1E56020B6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1" y="2419643"/>
            <a:ext cx="3798276" cy="17482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6996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431</Words>
  <Application>Microsoft Office PowerPoint</Application>
  <PresentationFormat>On-screen Show (4:3)</PresentationFormat>
  <Paragraphs>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Arial</vt:lpstr>
      <vt:lpstr>Times New Roman</vt:lpstr>
      <vt:lpstr>Overlock</vt:lpstr>
      <vt:lpstr>Arial Black</vt:lpstr>
      <vt:lpstr>Office Theme</vt:lpstr>
      <vt:lpstr>SISTEM KEAMANAN PINTU GERBANG DAN GARASI RUMAH MENGGUNAKAN RFID SENSOR RFID RC522, SENSOR ULTRASONIK HC-SR04 DAN APLIKASI BLYNK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KEAMANAN PINTU GERBANG DAN GARASI RUMAH MENGGUNAKAN RFID SENSOR RFID RC522, SENSOR ULTRASONIK HC-SR04 DAN APLIKASI BLYNK </dc:title>
  <dc:creator>achsan</dc:creator>
  <cp:lastModifiedBy>Hernando Alexander</cp:lastModifiedBy>
  <cp:revision>9</cp:revision>
  <dcterms:created xsi:type="dcterms:W3CDTF">2011-02-25T14:46:40Z</dcterms:created>
  <dcterms:modified xsi:type="dcterms:W3CDTF">2024-09-18T14:42:15Z</dcterms:modified>
</cp:coreProperties>
</file>